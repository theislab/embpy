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635"/>
  </p:normalViewPr>
  <p:slideViewPr>
    <p:cSldViewPr snapToGrid="0">
      <p:cViewPr varScale="1">
        <p:scale>
          <a:sx n="150" d="100"/>
          <a:sy n="150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A033-4FDE-AE61-7A9F-1327B992B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E16DAF-728F-7F72-6E59-F86E23C23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5D1CC-0C4B-2C2E-78B6-32376B3A2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2BA56-333E-14DE-05EF-BC0BBBF7A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73E43-F1F9-FAB8-507E-EE32B1F8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E7D3-74AC-24E0-B9C3-1AA11005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EAA2A-9E83-20B5-B295-5E5C79FCC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9B3E4-FED2-C6A2-872C-4B47468E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F1324-B1F3-5153-AF4E-EAC472EF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1C28C-D9E8-F792-4267-E6F08F2AB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20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CBFC-F8E1-F4CC-708B-37B04721B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6384B-5832-57BB-A9CC-04338F46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5041-EE9E-CC00-BFA0-C0C63055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5D871-A981-B256-53F0-D49DBC36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5EF3B-C85E-FDE0-8BD0-F82F76A32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25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CCF2-0B8F-5802-302C-4D5EB0D4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EA14B-4FD0-28BC-24A7-4536A66AF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155E7-FAF0-CD53-E95B-58D636B3F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09D0E-7CD4-BE8F-1D6A-6C32DAD4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1C624-BB44-D852-0B07-2215A79E7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A0D57-5610-B558-9F46-CD1C497E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4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8085-D546-CDE7-4AB7-62E60938B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D344A-7ADA-0BB2-DFAD-F5CE58017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BD747-EE33-0A75-28F0-3C02E8231A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0F9A1-295C-36F9-4E08-EC8A1D80B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ECF79-A2FE-9ACB-EAF4-D864BD6C3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A1A2AD-5215-24A9-5B3A-5ECCDE359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A64A2-A6B5-DE49-3160-E21B7C78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5B5AB-8217-C01C-C273-105BA7F2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6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CB8ED-0D1E-7883-6401-B7B3E223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85272-1E36-BD54-5E80-1EE9352C2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E512E-4578-A07E-7745-16EDD938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2658E-0136-76D9-0F74-1E679BD68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94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40B370-3334-94D7-339E-2CA4D3DF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93946-1799-12DA-DDAE-F4FE5498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29C98-C5A2-43FE-2715-7B6E2BD0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1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26135-FEB2-3754-5A8C-49E2AF8CC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7222A-B9DB-CAFB-0768-FB84682D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487D0-F3DC-08E5-C5F6-0FA5E09BA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11BE3-E5E7-6419-583E-D70F83E6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EAE10-702F-57A5-D26F-F7987C390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23C66-46ED-77C5-8155-65BCEBF3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79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3690-1062-897E-5CAD-62AD905F7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1EFAC-3F80-4A31-D848-B9AB362DD6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B4F43-73B6-0633-D1CD-C46D5DB5B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245D3-4C51-9E30-81C2-4347F466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29AAA-E5A2-63BF-CDCD-13B5498C4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7E82C-5D5A-F54B-75EF-122A4E97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8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C822-51D5-16B6-848B-8D8AC666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FAA0EB-D716-4550-1AEA-D93190BFE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AE93-C655-EE54-0235-2F0B13DF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ABC5-7D9F-B914-765B-DE34F67D4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C35A8-D22F-ED49-99A9-97F7BA4C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12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3CAB9-989F-A057-D3F7-DBDF4137F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4E28E3-D423-6C36-9AF4-5E765F9C0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725B0-0D22-16AF-7F16-A136DE33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01E06-9285-3F28-29ED-B5803F04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7AA54-B492-9543-B55E-0787506FD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2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DD665-2C5A-C681-009C-5E9C699D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10C2B-1BFF-9CD2-FDF0-F99F665F1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6E460-F9FB-939F-A551-F23B23D6F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595E7-7A6D-3949-B4E1-A0DEDB470E5F}" type="datetimeFigureOut">
              <a:rPr lang="en-US" smtClean="0"/>
              <a:t>7/22/25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62290-85DE-D74B-EA78-16AAF80C7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F285E-86D8-19F1-2FC1-165031524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6BE283-97AD-BA45-B89F-DE63E7759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45CE2-D50D-2DCB-01D8-6BE39BF5BA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Embpy</a:t>
            </a:r>
            <a:r>
              <a:rPr lang="en-US" dirty="0"/>
              <a:t>: A Package to Generate and Benchmark Embeddings </a:t>
            </a:r>
            <a:r>
              <a:rPr lang="en-US" sz="2800" dirty="0"/>
              <a:t>(with Alejandro)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900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1B64-C9D3-BF8F-F1B5-E497264E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52AF4E-0AAC-BB29-E81D-9892F04441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3370"/>
          </a:xfrm>
        </p:spPr>
        <p:txBody>
          <a:bodyPr>
            <a:normAutofit fontScale="90000"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A7E28-810C-98C9-0532-D16A9926DECD}"/>
              </a:ext>
            </a:extLst>
          </p:cNvPr>
          <p:cNvSpPr txBox="1"/>
          <p:nvPr/>
        </p:nvSpPr>
        <p:spPr>
          <a:xfrm>
            <a:off x="1523999" y="2108199"/>
            <a:ext cx="9143999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 lot of perturbation models are coming out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 lot of this models try to incorporate prior knowledge into them using embeddings from multiple sources (genes, molecules and proteins)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Easy-to-get embeddings package followed by a thorough benchmark of this perturbation models with different embeddings where we would also develop metrics to test which embeddings are best 	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865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9529-607F-04C1-3EF7-E236A588C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04FB2-531B-42FC-61BC-1E1E908FC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3370"/>
          </a:xfrm>
        </p:spPr>
        <p:txBody>
          <a:bodyPr>
            <a:normAutofit fontScale="90000"/>
          </a:bodyPr>
          <a:lstStyle/>
          <a:p>
            <a:r>
              <a:rPr lang="en-US" dirty="0"/>
              <a:t>Types of Embeddings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8780F-FFE9-031A-6B1E-EE7302F0EC39}"/>
              </a:ext>
            </a:extLst>
          </p:cNvPr>
          <p:cNvSpPr txBox="1"/>
          <p:nvPr/>
        </p:nvSpPr>
        <p:spPr>
          <a:xfrm>
            <a:off x="2167467" y="2340977"/>
            <a:ext cx="8500533" cy="2176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Genes 	</a:t>
            </a:r>
            <a:r>
              <a:rPr lang="en-US" dirty="0"/>
              <a:t>		</a:t>
            </a:r>
            <a:r>
              <a:rPr lang="en-US" b="1" dirty="0"/>
              <a:t>Small Molecules </a:t>
            </a:r>
            <a:r>
              <a:rPr lang="en-US" dirty="0"/>
              <a:t>	                </a:t>
            </a:r>
            <a:r>
              <a:rPr lang="en-US" b="1" dirty="0"/>
              <a:t>Text Embeddings</a:t>
            </a:r>
          </a:p>
          <a:p>
            <a:pPr>
              <a:lnSpc>
                <a:spcPct val="150000"/>
              </a:lnSpc>
            </a:pPr>
            <a:r>
              <a:rPr lang="en-US" dirty="0"/>
              <a:t>Borzoi			       </a:t>
            </a:r>
            <a:r>
              <a:rPr lang="en-US" dirty="0" err="1"/>
              <a:t>ChemBerta</a:t>
            </a:r>
            <a:r>
              <a:rPr lang="en-US" dirty="0"/>
              <a:t>	               LLM -&gt; Embeddings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Enformer</a:t>
            </a:r>
            <a:r>
              <a:rPr lang="en-US" dirty="0"/>
              <a:t>			        </a:t>
            </a:r>
            <a:r>
              <a:rPr lang="en-US" dirty="0" err="1"/>
              <a:t>MolFormer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ESM2, ESMC		              </a:t>
            </a:r>
            <a:r>
              <a:rPr lang="en-US" dirty="0" err="1"/>
              <a:t>RDKit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Evo2 (If I can install it)             Morgan Fingerprint</a:t>
            </a:r>
          </a:p>
        </p:txBody>
      </p:sp>
    </p:spTree>
    <p:extLst>
      <p:ext uri="{BB962C8B-B14F-4D97-AF65-F5344CB8AC3E}">
        <p14:creationId xmlns:p14="http://schemas.microsoft.com/office/powerpoint/2010/main" val="351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0E968-2E60-599E-840D-5233A13E4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243A73-6ED2-E6A0-A422-6487E3EA2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23370"/>
          </a:xfrm>
        </p:spPr>
        <p:txBody>
          <a:bodyPr>
            <a:normAutofit fontScale="90000"/>
          </a:bodyPr>
          <a:lstStyle/>
          <a:p>
            <a:r>
              <a:rPr lang="en-US" dirty="0"/>
              <a:t>Next Steps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F29F0-1F20-6225-258B-4F67E28E2F87}"/>
              </a:ext>
            </a:extLst>
          </p:cNvPr>
          <p:cNvSpPr txBox="1"/>
          <p:nvPr/>
        </p:nvSpPr>
        <p:spPr>
          <a:xfrm>
            <a:off x="1524001" y="2158999"/>
            <a:ext cx="91439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Compare the different embeddings with similarity metrics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Benchmarking models (starting with Prophet) on the best embeddings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Define proper metrics, similar to </a:t>
            </a:r>
            <a:r>
              <a:rPr lang="en-US" dirty="0" err="1"/>
              <a:t>scIB</a:t>
            </a:r>
            <a:r>
              <a:rPr lang="en-US" dirty="0"/>
              <a:t> to tell us which embeddings are the best across a variety of metrics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3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5B98-2708-8837-06B2-FD0A8EBA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EF22C4-42BD-A205-C96F-EEE7528F7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666"/>
            <a:ext cx="9144000" cy="990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Multimodal Benchmarking of Foundation Model Representations for Cellular</a:t>
            </a:r>
            <a:br>
              <a:rPr lang="en-US" sz="2000" dirty="0"/>
            </a:br>
            <a:r>
              <a:rPr lang="en-US" sz="2000" dirty="0"/>
              <a:t>Perturbation Response Prediction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258D5A-EEDB-A205-6B89-FB83A394503E}"/>
              </a:ext>
            </a:extLst>
          </p:cNvPr>
          <p:cNvSpPr txBox="1"/>
          <p:nvPr/>
        </p:nvSpPr>
        <p:spPr>
          <a:xfrm>
            <a:off x="533401" y="1915583"/>
            <a:ext cx="5867400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Tasks (On Perturb-Seq data, Nadig et al. (2024)) 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1 - </a:t>
            </a:r>
            <a:r>
              <a:rPr lang="en-US" sz="1400" b="1" dirty="0" err="1"/>
              <a:t>Pseudobulk</a:t>
            </a:r>
            <a:r>
              <a:rPr lang="en-US" sz="1400" b="1" dirty="0"/>
              <a:t> residual expression prediction :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How a perturbation alters gene expression, by regressing from its embedding to the average change in gene expression relative to control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2 – </a:t>
            </a:r>
            <a:r>
              <a:rPr lang="en-US" sz="1400" b="1" dirty="0"/>
              <a:t>Function Prediction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Compute Differentially Expressed genes for each perturbation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Perform gene set enrichment analysis against the gene ontology terms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3 – </a:t>
            </a:r>
            <a:r>
              <a:rPr lang="en-US" sz="1400" b="1" dirty="0"/>
              <a:t>Train two types of models on the embeddings 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Expression Prediction (k-nearest neighbors)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Function Prediction (Logistic Regression)</a:t>
            </a:r>
          </a:p>
          <a:p>
            <a:endParaRPr lang="en-US" sz="1400" dirty="0"/>
          </a:p>
        </p:txBody>
      </p:sp>
      <p:pic>
        <p:nvPicPr>
          <p:cNvPr id="10" name="Picture 9" descr="A diagram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6F7D919E-79DF-80F9-3070-12351585F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1367" y="1490133"/>
            <a:ext cx="4957232" cy="2425747"/>
          </a:xfrm>
          <a:prstGeom prst="rect">
            <a:avLst/>
          </a:prstGeom>
        </p:spPr>
      </p:pic>
      <p:pic>
        <p:nvPicPr>
          <p:cNvPr id="12" name="Picture 11" descr="A graph of a number of cells&#10;&#10;AI-generated content may be incorrect.">
            <a:extLst>
              <a:ext uri="{FF2B5EF4-FFF2-40B4-BE49-F238E27FC236}">
                <a16:creationId xmlns:a16="http://schemas.microsoft.com/office/drawing/2014/main" id="{08AD7A75-1FB5-D9F0-A68C-962B9E6F0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993" y="3915880"/>
            <a:ext cx="3033980" cy="268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13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262</Words>
  <Application>Microsoft Macintosh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Embpy: A Package to Generate and Benchmark Embeddings (with Alejandro)</vt:lpstr>
      <vt:lpstr>Motivation</vt:lpstr>
      <vt:lpstr>Types of Embeddings</vt:lpstr>
      <vt:lpstr>Next Steps </vt:lpstr>
      <vt:lpstr>Multimodal Benchmarking of Foundation Model Representations for Cellular Perturbation Response Prediction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Gonçalo Rei Pinto</dc:creator>
  <cp:lastModifiedBy>Gonçalo Rei Pinto</cp:lastModifiedBy>
  <cp:revision>10</cp:revision>
  <dcterms:created xsi:type="dcterms:W3CDTF">2025-07-15T12:16:57Z</dcterms:created>
  <dcterms:modified xsi:type="dcterms:W3CDTF">2025-07-22T00:19:49Z</dcterms:modified>
</cp:coreProperties>
</file>